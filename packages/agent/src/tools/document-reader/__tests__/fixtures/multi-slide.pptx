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四半期報告書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2026年Q1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業績サマリー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売上: 100億円</a:t>
            </a:r>
          </a:p>
          <a:p>
            <a:r>
              <a:t>利益: 25億円</a:t>
            </a:r>
          </a:p>
          <a:p>
            <a:r>
              <a:t>成長率: 15%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今後の展望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新規市場への進出</a:t>
            </a:r>
          </a:p>
          <a:p>
            <a:r>
              <a:t>AI活用の推進</a:t>
            </a:r>
          </a:p>
          <a:p>
            <a:r>
              <a:t>コスト最適化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テキストボックスの内容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