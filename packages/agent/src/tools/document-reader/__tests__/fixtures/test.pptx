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テストプレゼンテーション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サブタイトル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スライド2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スライド2の内容です。</a:t>
            </a:r>
          </a:p>
          <a:p>
            <a:r>
              <a:t>ポイント1</a:t>
            </a:r>
          </a:p>
          <a:p>
            <a:r>
              <a:t>ポイント2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